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7" r:id="rId12"/>
    <p:sldId id="266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Gelasio" panose="020B0604020202020204" charset="0"/>
      <p:regular r:id="rId19"/>
    </p:embeddedFont>
    <p:embeddedFont>
      <p:font typeface="Lato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458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73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84991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Fashion Advisor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08158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AI-Powered Smart Clothing Recommendation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5047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Problem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9593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Challenges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5048043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Shoppers struggle to select clothing that complements their unique facial features—skin tone, hair colour, and eye colour. Traditional shopping lacks personalised colour guidance, leading to uncertainty and dissatisfaction.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67037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Higher return rates due to poor colour matches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71459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Reduced customer confidence in purchase decisions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75881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Missed opportunities for perfect style coordination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39593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Retailer Impact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504804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Fashion retailers face significant challenges in providing scalable, personalised advice to every customer, resulting in lost revenue and increased operational costs.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63408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staff or resources for personalised styling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67830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Higher costs due to frequent product returns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72252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Difficulty standing out in a competitive market</a:t>
            </a:r>
            <a:endParaRPr lang="en-US" sz="17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4630400" cy="32778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419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735" y="3231594"/>
            <a:ext cx="5284113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This Matters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39735" y="4208978"/>
            <a:ext cx="4242673" cy="3430905"/>
          </a:xfrm>
          <a:prstGeom prst="roundRect">
            <a:avLst>
              <a:gd name="adj" fmla="val 2587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58691" y="4639449"/>
            <a:ext cx="3713083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Enhanced Shopping Experience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958691" y="5273278"/>
            <a:ext cx="3804761" cy="1690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AI-driven recommendations deliver personalised guidance at scale, helping customers feel confident about their choices and discover styles that truly suit them.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5193744" y="4208978"/>
            <a:ext cx="4242792" cy="3430905"/>
          </a:xfrm>
          <a:prstGeom prst="roundRect">
            <a:avLst>
              <a:gd name="adj" fmla="val 2587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412700" y="4639449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Reduced Return Rates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5412700" y="5273277"/>
            <a:ext cx="3804880" cy="1690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Accurate colour matching significantly decreases product returns, saving retailers substantial costs whilst improving customer satisfaction and loyalty.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9647873" y="4208978"/>
            <a:ext cx="4242673" cy="3430905"/>
          </a:xfrm>
          <a:prstGeom prst="roundRect">
            <a:avLst>
              <a:gd name="adj" fmla="val 2587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866828" y="4639449"/>
            <a:ext cx="2874526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Increased Sales Revenue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9866828" y="5273278"/>
            <a:ext cx="3804761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Personalised recommendations drive higher conversion rates and larger basket sizes as customers discover complementary items with confidence.</a:t>
            </a:r>
            <a:endParaRPr lang="en-US" sz="16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766685"/>
            <a:ext cx="2339543" cy="4629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14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938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48896"/>
            <a:ext cx="4196358" cy="3048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723203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Accurate AI Analysis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567952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an AI-powered platform capable of precisely analysing facial features and skin tone using advanced computer vision and machine learning techniques.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1938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548896"/>
            <a:ext cx="4196358" cy="3048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723203"/>
            <a:ext cx="38709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Design Intuitive User Interface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213622"/>
            <a:ext cx="41963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a user-friendly interface enabling effortless photo uploads, customised clothing suggestions, and seamless feedback submission for continuous improvement.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1938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548896"/>
            <a:ext cx="4196358" cy="3048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723203"/>
            <a:ext cx="32646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User Satisfaction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213622"/>
            <a:ext cx="41963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Ensure highly suitable clothing recommendations that enhance user confidence, reduce purchase uncertainty, and elevate the overall shopping experience.</a:t>
            </a:r>
            <a:endParaRPr lang="en-US" sz="17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Scope of the Project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25980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12598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383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Core Functionality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873693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Smart Fashion Advisor captures user photos and employs AI-based image processing to detect skin tone with precision, analysing it to determine optimal colour palettes.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125980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12598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383274"/>
            <a:ext cx="40157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Personalised Recommendations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287369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Based on comprehensive analysis, the system recommends outfits from inventory that complement the user's natural coloring and personal style preferences.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 Applications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Designed for fashion retail and personal styling services—helping users enhance their appearance and confidence through intelligent guidance.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Boundaries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focuses exclusively on personalised fashion suggestions and style guidance. It does not support online purchasing, payment processing, or e-commerce transactions.</a:t>
            </a:r>
            <a:endParaRPr lang="en-US" sz="17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5435" y="611862"/>
            <a:ext cx="7009209" cy="558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Methodology: Step-by-Step Process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35" y="1527572"/>
            <a:ext cx="893445" cy="1072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7474" y="1706166"/>
            <a:ext cx="244744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Image Capture &amp; Upload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697474" y="2092523"/>
            <a:ext cx="1230749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 uploads or captures a photo through the interface. The system validates image format (JPEG/PNG) and file size (≤10MB) before processing.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35" y="2599730"/>
            <a:ext cx="893445" cy="10721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97474" y="2778323"/>
            <a:ext cx="223361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Skin Tone Detection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697474" y="3164681"/>
            <a:ext cx="1230749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Advanced computer vision algorithms convert images to HSV colour space, detect facial regions, extract skin pixels, and classify tone as warm, cool, or neutral.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35" y="3671888"/>
            <a:ext cx="893445" cy="13152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97474" y="3850481"/>
            <a:ext cx="228421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Colour Palette Analysis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697474" y="4236839"/>
            <a:ext cx="12307491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detected skin tone is matched against predefined colour sets stored in the database, generating personalised palette recommendations optimised for the user.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35" y="4987171"/>
            <a:ext cx="893445" cy="13152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97474" y="5165765"/>
            <a:ext cx="239529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Outfit Recommendation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697474" y="5552123"/>
            <a:ext cx="12307491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queries inventory, filters outfits by colour compatibility and user preferences, ranks matches, and displays top recommendations with images and descriptions.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35" y="6302454"/>
            <a:ext cx="893445" cy="13152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97474" y="6481048"/>
            <a:ext cx="223361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Results Display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1697474" y="6867406"/>
            <a:ext cx="12307491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Users view their detected skin tone, recommended colour palette, and curated outfit suggestions through an intuitive, interactive interface with detailed product information.</a:t>
            </a:r>
            <a:endParaRPr lang="en-US" sz="14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649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Architecture</a:t>
            </a:r>
            <a:endParaRPr lang="en-US" sz="44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  <p:pic>
        <p:nvPicPr>
          <p:cNvPr id="17" name="Image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1611997"/>
            <a:ext cx="13127421" cy="62917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0319" y="511016"/>
            <a:ext cx="7164348" cy="580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Expected Outcomes &amp; Deliverables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0319" y="1556147"/>
            <a:ext cx="2787491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Deliverables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650319" y="2212181"/>
            <a:ext cx="92869" cy="92869"/>
          </a:xfrm>
          <a:prstGeom prst="roundRect">
            <a:avLst>
              <a:gd name="adj" fmla="val 492306"/>
            </a:avLst>
          </a:prstGeom>
          <a:solidFill>
            <a:srgbClr val="E5E5E0"/>
          </a:solidFill>
          <a:ln/>
        </p:spPr>
      </p:sp>
      <p:sp>
        <p:nvSpPr>
          <p:cNvPr id="5" name="Text 3"/>
          <p:cNvSpPr/>
          <p:nvPr/>
        </p:nvSpPr>
        <p:spPr>
          <a:xfrm>
            <a:off x="928926" y="2113478"/>
            <a:ext cx="23229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Functional AI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28926" y="2589490"/>
            <a:ext cx="7537847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fully operational AI-powered platform with more than 95% accuracy in skin tone detection and color palette analysis.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0319" y="3654385"/>
            <a:ext cx="92869" cy="92869"/>
          </a:xfrm>
          <a:prstGeom prst="roundRect">
            <a:avLst>
              <a:gd name="adj" fmla="val 492306"/>
            </a:avLst>
          </a:prstGeom>
          <a:solidFill>
            <a:srgbClr val="E5E5E0"/>
          </a:solidFill>
          <a:ln/>
        </p:spPr>
      </p:sp>
      <p:sp>
        <p:nvSpPr>
          <p:cNvPr id="8" name="Text 6"/>
          <p:cNvSpPr/>
          <p:nvPr/>
        </p:nvSpPr>
        <p:spPr>
          <a:xfrm>
            <a:off x="928926" y="3555683"/>
            <a:ext cx="23229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Interface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8926" y="4031694"/>
            <a:ext cx="7537847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intuitive web-based interface supporting photo upload, real-time analysis, and interactive outfit recommendations.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50319" y="5096589"/>
            <a:ext cx="92869" cy="92869"/>
          </a:xfrm>
          <a:prstGeom prst="roundRect">
            <a:avLst>
              <a:gd name="adj" fmla="val 492306"/>
            </a:avLst>
          </a:prstGeom>
          <a:solidFill>
            <a:srgbClr val="E5E5E0"/>
          </a:solidFill>
          <a:ln/>
        </p:spPr>
      </p:sp>
      <p:sp>
        <p:nvSpPr>
          <p:cNvPr id="11" name="Text 9"/>
          <p:cNvSpPr/>
          <p:nvPr/>
        </p:nvSpPr>
        <p:spPr>
          <a:xfrm>
            <a:off x="928926" y="4997887"/>
            <a:ext cx="23229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 Architecture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28926" y="5473898"/>
            <a:ext cx="7537847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Structured inventory database with outfit details, colour mappings, and palette classifications for efficient querying.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50319" y="6538793"/>
            <a:ext cx="92869" cy="92869"/>
          </a:xfrm>
          <a:prstGeom prst="roundRect">
            <a:avLst>
              <a:gd name="adj" fmla="val 492306"/>
            </a:avLst>
          </a:prstGeom>
          <a:solidFill>
            <a:srgbClr val="E5E5E0"/>
          </a:solidFill>
          <a:ln/>
        </p:spPr>
      </p:sp>
      <p:sp>
        <p:nvSpPr>
          <p:cNvPr id="14" name="Text 12"/>
          <p:cNvSpPr/>
          <p:nvPr/>
        </p:nvSpPr>
        <p:spPr>
          <a:xfrm>
            <a:off x="928926" y="6440091"/>
            <a:ext cx="23229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Documentation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8926" y="6916103"/>
            <a:ext cx="7537847" cy="5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Comprehensive technical documentation including system architecture, algorithms, API specifications, and user guides.</a:t>
            </a:r>
            <a:endParaRPr lang="en-US" sz="14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783" y="1579364"/>
            <a:ext cx="5059799" cy="505979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78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7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17520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development language providing robust libraries for AI, machine learning, and web development.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438984" y="2527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OpenCV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38984" y="3017519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Advanced computer vision library for image processing, facial detection, and colour analysis.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084297" y="2527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TensorFlow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84297" y="3017520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Deep learning framework powering AI models for accurate feature detection and classification.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084297" y="5149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Flask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84297" y="5639990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Lightweight web framework enabling rapid development of the user interface and API endpoints.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149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MySQL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5639991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Relational database system managing inventory data, colour palettes, and user preferences efficiently.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38984" y="5149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MediaPipe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38984" y="5639991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Google's ML framework providing optimised facial landmark detection and feature analysis capabilities.</a:t>
            </a:r>
            <a:endParaRPr lang="en-US" sz="17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922" y="616387"/>
            <a:ext cx="9473327" cy="6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950"/>
              </a:lnSpc>
            </a:pPr>
            <a:r>
              <a:rPr lang="en-IN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References</a:t>
            </a:r>
            <a:endParaRPr lang="en-US" sz="445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05922" y="1650206"/>
            <a:ext cx="6508433" cy="1853208"/>
          </a:xfrm>
          <a:prstGeom prst="roundRect">
            <a:avLst>
              <a:gd name="adj" fmla="val 45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0473" y="1874758"/>
            <a:ext cx="388084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Emotion-Based Recommendations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30473" y="2310884"/>
            <a:ext cx="6059329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Research from ScienceDirect (2020) demonstrates how personalised clothing systems can leverage user emotional analysis to enhance recommendation accuracy and satisfaction.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6046" y="1650206"/>
            <a:ext cx="6508433" cy="1853208"/>
          </a:xfrm>
          <a:prstGeom prst="roundRect">
            <a:avLst>
              <a:gd name="adj" fmla="val 45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40598" y="1874758"/>
            <a:ext cx="354139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Adaptive Skin-Colour Detection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40598" y="2310884"/>
            <a:ext cx="6059329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Foundational work (ScienceDirect, 2000) on adaptive skin-colour filters established reliable methods for facial feature detection across diverse populations.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05922" y="3705106"/>
            <a:ext cx="6508433" cy="1853208"/>
          </a:xfrm>
          <a:prstGeom prst="roundRect">
            <a:avLst>
              <a:gd name="adj" fmla="val 45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0473" y="3929658"/>
            <a:ext cx="3017639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Deep Learning Approaches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30473" y="4365784"/>
            <a:ext cx="6059329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IEEE research (2023) explores deep CNNs and reinforcement learning techniques for facial feature extraction and tone classification, informing our model architecture.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6046" y="3705106"/>
            <a:ext cx="6508433" cy="1853208"/>
          </a:xfrm>
          <a:prstGeom prst="roundRect">
            <a:avLst>
              <a:gd name="adj" fmla="val 45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0598" y="3929658"/>
            <a:ext cx="2757130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CHROMAWEAR System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40598" y="4365784"/>
            <a:ext cx="6059329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CHROMAWEAR AI recommender (SSRN, 2023) pioneered skin tone consideration in fashion technology, validating the commercial viability of our approach.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05922" y="5760006"/>
            <a:ext cx="6508433" cy="1853208"/>
          </a:xfrm>
          <a:prstGeom prst="roundRect">
            <a:avLst>
              <a:gd name="adj" fmla="val 45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0473" y="5984558"/>
            <a:ext cx="307443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Decision Support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30473" y="6420683"/>
            <a:ext cx="6059329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Elsevier research (2024) on customer models for AI-based fashion e-commerce provides frameworks for personalised recommendation engines at scale.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6046" y="5760006"/>
            <a:ext cx="6508433" cy="1853208"/>
          </a:xfrm>
          <a:prstGeom prst="roundRect">
            <a:avLst>
              <a:gd name="adj" fmla="val 45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40598" y="5984558"/>
            <a:ext cx="2909649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Machine Learning Models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640598" y="6420683"/>
            <a:ext cx="6059329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Recent work in the International Research Journal (2024) validates machine learning approaches for fashion recommendation, supporting our technical choices.</a:t>
            </a:r>
            <a:endParaRPr lang="en-US" sz="155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734181"/>
            <a:ext cx="2339543" cy="4954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117647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 smtClean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</a:t>
            </a: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DETAILS AND ROLE DISTRIBUTION</a:t>
            </a:r>
          </a:p>
        </p:txBody>
      </p:sp>
      <p:sp>
        <p:nvSpPr>
          <p:cNvPr id="3" name="Shape 1"/>
          <p:cNvSpPr/>
          <p:nvPr/>
        </p:nvSpPr>
        <p:spPr>
          <a:xfrm>
            <a:off x="793790" y="2125980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12598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383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 smtClean="0">
                <a:solidFill>
                  <a:srgbClr val="272525"/>
                </a:solidFill>
                <a:latin typeface="Gelasio" pitchFamily="34" charset="0"/>
                <a:cs typeface="Gelasio" pitchFamily="34" charset="-120"/>
              </a:rPr>
              <a:t>Divya</a:t>
            </a:r>
            <a:r>
              <a:rPr lang="en-US" sz="2200" dirty="0" smtClean="0">
                <a:solidFill>
                  <a:srgbClr val="272525"/>
                </a:solidFill>
                <a:latin typeface="Gelasio" pitchFamily="34" charset="0"/>
                <a:cs typeface="Gelasio" pitchFamily="34" charset="-120"/>
              </a:rPr>
              <a:t> </a:t>
            </a:r>
            <a:r>
              <a:rPr lang="en-US" sz="2200" dirty="0" err="1" smtClean="0">
                <a:solidFill>
                  <a:srgbClr val="272525"/>
                </a:solidFill>
                <a:latin typeface="Gelasio" pitchFamily="34" charset="0"/>
                <a:cs typeface="Gelasio" pitchFamily="34" charset="-120"/>
              </a:rPr>
              <a:t>Patil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873692"/>
            <a:ext cx="5801916" cy="157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Image Processing &amp; Skin Tone Detection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Work </a:t>
            </a:r>
            <a:r>
              <a:rPr lang="en-US" sz="1600" dirty="0" smtClean="0"/>
              <a:t>on image </a:t>
            </a:r>
            <a:r>
              <a:rPr lang="en-US" sz="1600" dirty="0" smtClean="0"/>
              <a:t>preprocessing and skin-tone detection using </a:t>
            </a:r>
            <a:r>
              <a:rPr lang="en-US" sz="1600" dirty="0" err="1" smtClean="0"/>
              <a:t>OpenCV</a:t>
            </a:r>
            <a:r>
              <a:rPr lang="en-US" sz="1600" dirty="0" smtClean="0"/>
              <a:t>/</a:t>
            </a:r>
            <a:r>
              <a:rPr lang="en-US" sz="1600" dirty="0" err="1" smtClean="0"/>
              <a:t>MediaPipe</a:t>
            </a:r>
            <a:endParaRPr lang="en-US" sz="1600" dirty="0" smtClean="0"/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Improve and test the accuracy of skin-tone extraction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28548" y="2125980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12598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383274"/>
            <a:ext cx="40157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 smtClean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Shreyas</a:t>
            </a:r>
            <a:r>
              <a:rPr lang="en-US" sz="2200" dirty="0" smtClean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Mane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287369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 Interface Development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Design the UI for image upload and displaying results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the frontend pages with the backend modules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 err="1" smtClean="0">
                <a:solidFill>
                  <a:srgbClr val="272525"/>
                </a:solidFill>
                <a:latin typeface="Gelasio" pitchFamily="34" charset="0"/>
                <a:cs typeface="Gelasio" pitchFamily="34" charset="-120"/>
              </a:rPr>
              <a:t>Shahuraje</a:t>
            </a:r>
            <a:r>
              <a:rPr lang="en-US" sz="2200" dirty="0">
                <a:solidFill>
                  <a:srgbClr val="272525"/>
                </a:solidFill>
                <a:latin typeface="Gelasio" pitchFamily="34" charset="0"/>
                <a:cs typeface="Gelasio" pitchFamily="34" charset="-120"/>
              </a:rPr>
              <a:t> </a:t>
            </a:r>
            <a:r>
              <a:rPr lang="en-US" sz="2200" dirty="0" err="1" smtClean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Patil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Color Palette &amp; Recommendation Logic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Work on mapping skin tones to suitable </a:t>
            </a:r>
            <a:r>
              <a:rPr lang="en-US" sz="1600" dirty="0" err="1" smtClean="0"/>
              <a:t>colour</a:t>
            </a:r>
            <a:r>
              <a:rPr lang="en-US" sz="1600" dirty="0" smtClean="0"/>
              <a:t> palettes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Build the outfit recommendation logic using CSV inventory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Prerana Walvekar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Documentation &amp; System Integration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Prepare project documentation, SRS, and PPT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Combine all modules and ensure smooth system workflow</a:t>
            </a:r>
            <a:endParaRPr lang="en-US" sz="16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20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857" y="7414189"/>
            <a:ext cx="2339543" cy="81541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233701" y="3212504"/>
            <a:ext cx="6215163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800" dirty="0" smtClean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You..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3711012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967</Words>
  <Application>Microsoft Office PowerPoint</Application>
  <PresentationFormat>Custom</PresentationFormat>
  <Paragraphs>116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Gelasio Light</vt:lpstr>
      <vt:lpstr>Arial</vt:lpstr>
      <vt:lpstr>Calibri</vt:lpstr>
      <vt:lpstr>Gelasio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27</cp:revision>
  <dcterms:created xsi:type="dcterms:W3CDTF">2025-11-27T14:31:45Z</dcterms:created>
  <dcterms:modified xsi:type="dcterms:W3CDTF">2025-11-27T17:46:14Z</dcterms:modified>
</cp:coreProperties>
</file>